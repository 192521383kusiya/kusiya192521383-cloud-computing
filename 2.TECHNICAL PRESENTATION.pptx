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4660"/>
  </p:normalViewPr>
  <p:slideViewPr>
    <p:cSldViewPr>
      <p:cViewPr>
        <p:scale>
          <a:sx n="66" d="100"/>
          <a:sy n="66" d="100"/>
        </p:scale>
        <p:origin x="728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4291" y="2606039"/>
            <a:ext cx="2759710" cy="3683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903" y="1330226"/>
            <a:ext cx="9872614" cy="1835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48617" y="1622047"/>
            <a:ext cx="8724900" cy="1543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xfrm>
            <a:off x="457200" y="1622047"/>
            <a:ext cx="11734800" cy="1415489"/>
          </a:xfrm>
          <a:prstGeom prst="rect">
            <a:avLst/>
          </a:prstGeom>
        </p:spPr>
        <p:txBody>
          <a:bodyPr vert="horz" wrap="square" lIns="0" tIns="304520" rIns="0" bIns="0" rtlCol="0">
            <a:spAutoFit/>
          </a:bodyPr>
          <a:lstStyle/>
          <a:p>
            <a:pPr marL="1160145" marR="5080" indent="93091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Cloud Storage Technologies: Object, 			Block, and File Storage Compared</a:t>
            </a:r>
            <a:endParaRPr sz="22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65365"/>
            <a:ext cx="11277599" cy="906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75BF740-EC1B-4EB9-9EC4-B71D371EF7FC}"/>
              </a:ext>
            </a:extLst>
          </p:cNvPr>
          <p:cNvSpPr txBox="1"/>
          <p:nvPr/>
        </p:nvSpPr>
        <p:spPr>
          <a:xfrm>
            <a:off x="857453" y="3956912"/>
            <a:ext cx="39319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 :</a:t>
            </a:r>
          </a:p>
          <a:p>
            <a:r>
              <a:rPr lang="en-US" dirty="0"/>
              <a:t>B </a:t>
            </a:r>
            <a:r>
              <a:rPr lang="en-US" dirty="0" err="1"/>
              <a:t>Kusiya</a:t>
            </a:r>
            <a:r>
              <a:rPr lang="en-US" dirty="0"/>
              <a:t> Anjum(192521383)</a:t>
            </a:r>
          </a:p>
          <a:p>
            <a:endParaRPr lang="en-US" dirty="0"/>
          </a:p>
          <a:p>
            <a:r>
              <a:rPr lang="en-US" dirty="0"/>
              <a:t>Guided by :DR.HEMAVATHI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7337F-C5A7-487E-ADAD-8F487163ACCC}"/>
              </a:ext>
            </a:extLst>
          </p:cNvPr>
          <p:cNvSpPr txBox="1"/>
          <p:nvPr/>
        </p:nvSpPr>
        <p:spPr>
          <a:xfrm>
            <a:off x="7391400" y="4233912"/>
            <a:ext cx="373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 code: CSA1511</a:t>
            </a:r>
          </a:p>
          <a:p>
            <a:r>
              <a:rPr lang="en-US" dirty="0"/>
              <a:t>Course Name: Cloud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1328D1-D243-425B-BDAA-F2A91809B32E}"/>
              </a:ext>
            </a:extLst>
          </p:cNvPr>
          <p:cNvSpPr txBox="1"/>
          <p:nvPr/>
        </p:nvSpPr>
        <p:spPr>
          <a:xfrm>
            <a:off x="3924300" y="5707285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TECHNICAL PRESENTAION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48200" y="1534186"/>
            <a:ext cx="30556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/>
              <a:t>Introduction</a:t>
            </a:r>
            <a:endParaRPr sz="44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65365"/>
            <a:ext cx="11277599" cy="9062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EFA244-D9F9-4161-B2EB-736447D20891}"/>
              </a:ext>
            </a:extLst>
          </p:cNvPr>
          <p:cNvSpPr/>
          <p:nvPr/>
        </p:nvSpPr>
        <p:spPr>
          <a:xfrm>
            <a:off x="609600" y="2366264"/>
            <a:ext cx="10058400" cy="3607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Cloud Storage</a:t>
            </a:r>
            <a:r>
              <a:rPr lang="en-US" b="1" dirty="0"/>
              <a:t>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is a service that allows users to store, manage, and access data over the internet instead of using local storage devices. It provides secure, scalable, and reliable data storage</a:t>
            </a:r>
            <a:r>
              <a:rPr lang="en-US" sz="2000" dirty="0"/>
              <a:t>.</a:t>
            </a:r>
          </a:p>
          <a:p>
            <a:endParaRPr lang="en-US" dirty="0"/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Cloud Storage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1483987"/>
            <a:ext cx="946277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lang="en-US" sz="6000" baseline="8207" dirty="0"/>
              <a:t>	TECHNICAL EXPLANATION</a:t>
            </a:r>
            <a:endParaRPr sz="6000" baseline="8207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280841"/>
            <a:ext cx="11658599" cy="9062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305C15-407F-4F07-B3F7-3107EB4C93AC}"/>
              </a:ext>
            </a:extLst>
          </p:cNvPr>
          <p:cNvSpPr/>
          <p:nvPr/>
        </p:nvSpPr>
        <p:spPr>
          <a:xfrm>
            <a:off x="457201" y="2137229"/>
            <a:ext cx="6172200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as objects with metadata.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images, videos, backups, and cloud applications.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Amazon S3, Google Cloud Storage.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fixed-size blocks.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high performance and low latency.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databases and virtual machines.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Amazon EBS.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48A5A9-5C89-497B-BA44-3F279463BC2B}"/>
              </a:ext>
            </a:extLst>
          </p:cNvPr>
          <p:cNvSpPr txBox="1"/>
          <p:nvPr/>
        </p:nvSpPr>
        <p:spPr>
          <a:xfrm>
            <a:off x="7086600" y="2514600"/>
            <a:ext cx="4923088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files and folders.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shared access through a file system.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 shared documents and file sharing.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Amazon EFS, Google Drive.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75634" y="1433233"/>
            <a:ext cx="561213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30" dirty="0"/>
              <a:t>IoT-</a:t>
            </a:r>
            <a:r>
              <a:rPr sz="3600" spc="-30" dirty="0"/>
              <a:t>Cloud</a:t>
            </a:r>
            <a:r>
              <a:rPr sz="3600" spc="-200" dirty="0"/>
              <a:t> </a:t>
            </a:r>
            <a:r>
              <a:rPr sz="3600" spc="-10" dirty="0"/>
              <a:t>Architecture</a:t>
            </a:r>
            <a:endParaRPr sz="36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304800"/>
            <a:ext cx="11506199" cy="90623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717C000-EC47-43EF-AAE6-4752193DDF46}"/>
              </a:ext>
            </a:extLst>
          </p:cNvPr>
          <p:cNvSpPr/>
          <p:nvPr/>
        </p:nvSpPr>
        <p:spPr>
          <a:xfrm>
            <a:off x="990600" y="2161010"/>
            <a:ext cx="533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User/Application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Type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Storage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Storage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&amp; Recovery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F9634C-8345-4650-AD06-5B4662BBE0BE}"/>
              </a:ext>
            </a:extLst>
          </p:cNvPr>
          <p:cNvSpPr txBox="1"/>
          <p:nvPr/>
        </p:nvSpPr>
        <p:spPr>
          <a:xfrm>
            <a:off x="990600" y="5878492"/>
            <a:ext cx="9220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  <a:p>
            <a:r>
              <a:rPr lang="en-US" dirty="0"/>
              <a:t>User → Internet → Cloud Storage Platform → Data Stored → Retrieve Data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00903" y="990600"/>
            <a:ext cx="9872614" cy="1835505"/>
          </a:xfrm>
          <a:prstGeom prst="rect">
            <a:avLst/>
          </a:prstGeom>
        </p:spPr>
        <p:txBody>
          <a:bodyPr vert="horz" wrap="square" lIns="0" tIns="189467" rIns="0" bIns="0" rtlCol="0">
            <a:spAutoFit/>
          </a:bodyPr>
          <a:lstStyle/>
          <a:p>
            <a:pPr marL="216979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Architecture</a:t>
            </a:r>
            <a:r>
              <a:rPr spc="-125" dirty="0"/>
              <a:t> </a:t>
            </a:r>
            <a:r>
              <a:rPr spc="-10" dirty="0"/>
              <a:t>Diagram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166"/>
            <a:ext cx="11277599" cy="906234"/>
          </a:xfrm>
          <a:prstGeom prst="rect">
            <a:avLst/>
          </a:prstGeom>
        </p:spPr>
      </p:pic>
      <p:sp>
        <p:nvSpPr>
          <p:cNvPr id="10" name="AutoShape 6" descr="Cloud storage architecture diagram">
            <a:extLst>
              <a:ext uri="{FF2B5EF4-FFF2-40B4-BE49-F238E27FC236}">
                <a16:creationId xmlns:a16="http://schemas.microsoft.com/office/drawing/2014/main" id="{7DEF032C-AD09-4D62-A1A5-70F08E9061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FC43FB-24FB-460B-93A3-E654131C9C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095229"/>
            <a:ext cx="8382000" cy="41531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465365"/>
            <a:ext cx="10591799" cy="90623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96A62A7-438E-4F16-8FCC-0E69F6D73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1676400"/>
            <a:ext cx="5867400" cy="492443"/>
          </a:xfrm>
        </p:spPr>
        <p:txBody>
          <a:bodyPr/>
          <a:lstStyle/>
          <a:p>
            <a:r>
              <a:rPr lang="en-US" sz="3200" dirty="0"/>
              <a:t>Real-World Applications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F851FB-030D-4D2D-9833-D2F9D0847035}"/>
              </a:ext>
            </a:extLst>
          </p:cNvPr>
          <p:cNvSpPr/>
          <p:nvPr/>
        </p:nvSpPr>
        <p:spPr>
          <a:xfrm>
            <a:off x="1828800" y="2310767"/>
            <a:ext cx="6096000" cy="41919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Dropbox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OneDrive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S3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Netflix Media Storage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Data Storage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Data Backup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Cloud Platforms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766439" y="1498472"/>
            <a:ext cx="44272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Example</a:t>
            </a:r>
            <a:r>
              <a:rPr sz="4400" spc="-110" dirty="0"/>
              <a:t> </a:t>
            </a:r>
            <a:r>
              <a:rPr sz="4400" dirty="0"/>
              <a:t>Use</a:t>
            </a:r>
            <a:r>
              <a:rPr sz="4400" spc="-110" dirty="0"/>
              <a:t> </a:t>
            </a:r>
            <a:r>
              <a:rPr sz="4400" spc="-20" dirty="0"/>
              <a:t>Case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609600" y="2313371"/>
            <a:ext cx="3581400" cy="41165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Working Process</a:t>
            </a:r>
          </a:p>
          <a:p>
            <a:pPr>
              <a:lnSpc>
                <a:spcPct val="150000"/>
              </a:lnSpc>
            </a:pPr>
            <a:r>
              <a:rPr lang="en-US" dirty="0"/>
              <a:t>User Uploads File</a:t>
            </a:r>
          </a:p>
          <a:p>
            <a:pPr>
              <a:lnSpc>
                <a:spcPct val="150000"/>
              </a:lnSpc>
            </a:pPr>
            <a:r>
              <a:rPr lang="en-US" dirty="0"/>
              <a:t>↓</a:t>
            </a:r>
          </a:p>
          <a:p>
            <a:pPr>
              <a:lnSpc>
                <a:spcPct val="150000"/>
              </a:lnSpc>
            </a:pPr>
            <a:r>
              <a:rPr lang="en-US" dirty="0"/>
              <a:t>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↓</a:t>
            </a:r>
          </a:p>
          <a:p>
            <a:pPr>
              <a:lnSpc>
                <a:spcPct val="150000"/>
              </a:lnSpc>
            </a:pPr>
            <a:r>
              <a:rPr lang="en-US" dirty="0"/>
              <a:t>Google Cloud Storage</a:t>
            </a:r>
          </a:p>
          <a:p>
            <a:pPr>
              <a:lnSpc>
                <a:spcPct val="150000"/>
              </a:lnSpc>
            </a:pPr>
            <a:r>
              <a:rPr lang="en-US" dirty="0"/>
              <a:t>↓</a:t>
            </a:r>
          </a:p>
          <a:p>
            <a:pPr>
              <a:lnSpc>
                <a:spcPct val="150000"/>
              </a:lnSpc>
            </a:pPr>
            <a:r>
              <a:rPr lang="en-US" dirty="0"/>
              <a:t>Stores File Securely</a:t>
            </a:r>
          </a:p>
          <a:p>
            <a:pPr>
              <a:lnSpc>
                <a:spcPct val="150000"/>
              </a:lnSpc>
            </a:pPr>
            <a:r>
              <a:rPr lang="en-US" dirty="0"/>
              <a:t>↓</a:t>
            </a:r>
          </a:p>
          <a:p>
            <a:pPr>
              <a:lnSpc>
                <a:spcPct val="150000"/>
              </a:lnSpc>
            </a:pPr>
            <a:r>
              <a:rPr lang="en-US" dirty="0"/>
              <a:t>User Accesses File Anytime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31024" y="2313371"/>
            <a:ext cx="4427219" cy="2013372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file sharing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synchronization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backup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from multiple devices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465365"/>
            <a:ext cx="11429999" cy="9062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9400" y="1160019"/>
            <a:ext cx="689800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Conclusion</a:t>
            </a:r>
            <a:r>
              <a:rPr sz="3600" spc="-135" dirty="0"/>
              <a:t> </a:t>
            </a:r>
            <a:r>
              <a:rPr sz="3600" dirty="0"/>
              <a:t>and</a:t>
            </a:r>
            <a:r>
              <a:rPr sz="3600" spc="-135" dirty="0"/>
              <a:t> </a:t>
            </a:r>
            <a:r>
              <a:rPr sz="3600" dirty="0"/>
              <a:t>Key</a:t>
            </a:r>
            <a:r>
              <a:rPr sz="3600" spc="-195" dirty="0"/>
              <a:t> </a:t>
            </a:r>
            <a:r>
              <a:rPr sz="3600" spc="-10" dirty="0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881" y="1905000"/>
            <a:ext cx="1239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Conclusion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0881" y="2133600"/>
            <a:ext cx="7915909" cy="4586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provides secure, scalable, and reliable storage solutions over the internet. Different storage types are designed for different purposes, helping organizations efficiently manage and access their data.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Object Storage stores large unstructured data.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Block Storage offers high performance for databases.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File Storage organizes data into files and folders.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Cloud storage improves accessibility, security, and scalability.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Used by businesses, healthcare, education, and cloud applications.</a:t>
            </a:r>
          </a:p>
          <a:p>
            <a:pPr marL="12700" marR="180340">
              <a:lnSpc>
                <a:spcPct val="150000"/>
              </a:lnSpc>
              <a:spcBef>
                <a:spcPts val="100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364" y="47718"/>
            <a:ext cx="11388256" cy="9062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65975" y="2623185"/>
            <a:ext cx="550037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0" dirty="0">
                <a:latin typeface="Times New Roman"/>
                <a:cs typeface="Times New Roman"/>
              </a:rPr>
              <a:t>Thank</a:t>
            </a:r>
            <a:r>
              <a:rPr sz="8000" b="0" spc="-300" dirty="0">
                <a:latin typeface="Times New Roman"/>
                <a:cs typeface="Times New Roman"/>
              </a:rPr>
              <a:t> </a:t>
            </a:r>
            <a:r>
              <a:rPr sz="8000" b="0" spc="-790" dirty="0">
                <a:latin typeface="Times New Roman"/>
                <a:cs typeface="Times New Roman"/>
              </a:rPr>
              <a:t>Y</a:t>
            </a:r>
            <a:r>
              <a:rPr sz="8000" b="0" spc="10" dirty="0">
                <a:latin typeface="Times New Roman"/>
                <a:cs typeface="Times New Roman"/>
              </a:rPr>
              <a:t>ou!!!</a:t>
            </a:r>
            <a:endParaRPr sz="80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1" cy="13428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1" cy="13428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377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PowerPoint Presentation</vt:lpstr>
      <vt:lpstr>Introduction</vt:lpstr>
      <vt:lpstr> TECHNICAL EXPLANATION</vt:lpstr>
      <vt:lpstr>IoT-Cloud Architecture</vt:lpstr>
      <vt:lpstr>Architecture Diagram</vt:lpstr>
      <vt:lpstr>Real-World Applications</vt:lpstr>
      <vt:lpstr>Example Use Case</vt:lpstr>
      <vt:lpstr>Conclusion and Key Takeaways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2.TECHNICAL PRESENTATION sample.pptx</dc:title>
  <dc:creator>Admin</dc:creator>
  <cp:lastModifiedBy>Admin</cp:lastModifiedBy>
  <cp:revision>5</cp:revision>
  <dcterms:created xsi:type="dcterms:W3CDTF">2026-07-22T02:55:15Z</dcterms:created>
  <dcterms:modified xsi:type="dcterms:W3CDTF">2026-07-22T04:20:02Z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2026-07-22T00:00:00Z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2026-07-22T00:00:00Z</vt:filetime>
  </property>
</Properties>
</file>